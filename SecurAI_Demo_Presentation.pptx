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Fused AUC</c:v>
                </c:pt>
              </c:strCache>
            </c:strRef>
          </c:tx>
          <c:spPr>
            <a:solidFill>
              <a:srgbClr val="00E5C7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0.00</c:v>
                  </c:pt>
                  <c:pt idx="1">
                    <c:v>0.10</c:v>
                  </c:pt>
                  <c:pt idx="2">
                    <c:v>0.25</c:v>
                  </c:pt>
                  <c:pt idx="3">
                    <c:v>0.50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0.9876</c:v>
                </c:pt>
                <c:pt idx="1">
                  <c:v>0.9851</c:v>
                </c:pt>
                <c:pt idx="2">
                  <c:v>0.983</c:v>
                </c:pt>
                <c:pt idx="3">
                  <c:v>0.9779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A8F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A8F"/>
                    </a:solidFill>
                    <a:latin typeface="Arial"/>
                  </a:rPr>
                  <a:t>forensic weight in fusion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2324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AAA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6350" cap="flat">
              <a:solidFill>
                <a:srgbClr val="22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232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A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0A0F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486400" cy="548640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132033"/>
          </a:solidFill>
          <a:ln/>
        </p:spPr>
      </p:sp>
      <p:pic>
        <p:nvPicPr>
          <p:cNvPr id="5" name="Image 0" descr="icons/shield_00E5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972693"/>
            <a:ext cx="477774" cy="4777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7772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Risk Platform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explainable risk score for two attack surfaces — machine-facing code and human-facing synthetic media — built on the same hybrid architecture: deterministic rules fused with a learned model.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pic>
        <p:nvPicPr>
          <p:cNvPr id="10" name="Image 1" descr="icons/code_00E5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82803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89888" y="4709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URL scanning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60520" y="470916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pic>
        <p:nvPicPr>
          <p:cNvPr id="13" name="Image 2" descr="icons/image_00E5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48280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27448" y="4709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498080" y="470916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pic>
        <p:nvPicPr>
          <p:cNvPr id="16" name="Image 3" descr="icons/robot_00E5C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482803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65008" y="4709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rules + ML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SecurAI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source code, a URL, or an image/video. A pluggable analyzer returns a calibrated risk score, itemised evidence, and an exportable report.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C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6" name="Image 0" descr="icons/code_00E5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Machine-facing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misconfiguration, leaked secrets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08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46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37-rule engine + classifier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886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number, CWE, OWASP category, fix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6916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C2733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011680"/>
            <a:ext cx="685800" cy="68580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15" name="Image 1" descr="icons/image_00E5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2165985"/>
            <a:ext cx="377190" cy="3771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152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Human-facing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media used for fraud &amp; impersonation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3108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346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model + 6 forensic signals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3886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timeline, compression overlay, signal readings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50749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0A0F1E"/>
          </a:solidFill>
          <a:ln/>
        </p:spPr>
      </p:sp>
      <p:pic>
        <p:nvPicPr>
          <p:cNvPr id="23" name="Image 2" descr="icons/diagram_00E5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21808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417320" y="507492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is the architecture, not either detector.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analyzers fuse deterministic rules with a learned model into one explainable score — the same design holds across two completely different media.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 — Artifact Risk Platform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services — kept independent so a multi-second media scan never blocks a sub-50ms code scan.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632808" y="1417320"/>
            <a:ext cx="2926080" cy="640080"/>
          </a:xfrm>
          <a:prstGeom prst="roundRect">
            <a:avLst>
              <a:gd name="adj" fmla="val 12857"/>
            </a:avLst>
          </a:prstGeom>
          <a:solidFill>
            <a:srgbClr val="121A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05960" y="1417320"/>
            <a:ext cx="2779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 ·  :3000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22696" y="2075688"/>
            <a:ext cx="146304" cy="29260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33008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84168" y="237744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157320" y="2377440"/>
            <a:ext cx="3877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API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· auth · PDF export  ·  :5000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7048" y="3063240"/>
            <a:ext cx="3657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7420" y="306324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4268" y="3291840"/>
            <a:ext cx="146304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306324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2696" y="3291840"/>
            <a:ext cx="146304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9974275" y="306324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01123" y="3291840"/>
            <a:ext cx="146304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79476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" y="3794760"/>
            <a:ext cx="2916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97380" y="3959352"/>
            <a:ext cx="640080" cy="64008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20" name="Image 0" descr="icons/database_00E5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398" y="4103370"/>
            <a:ext cx="352044" cy="3520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77240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9286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scans · history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64228" y="379476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637380" y="3794760"/>
            <a:ext cx="2916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75808" y="3959352"/>
            <a:ext cx="640080" cy="64008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26" name="Image 1" descr="icons/cogs_00E5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26" y="4103370"/>
            <a:ext cx="352044" cy="3520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655668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Model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655668" y="49286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·  :5001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227168" y="528523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F2A28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227168" y="5285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 / request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442655" y="379476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8515807" y="3794760"/>
            <a:ext cx="2916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9654235" y="3959352"/>
            <a:ext cx="640080" cy="64008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34" name="Image 2" descr="icons/video_00E5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253" y="4103370"/>
            <a:ext cx="352044" cy="35204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534095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Model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8534095" y="49286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Torch  ·  :5002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105595" y="528523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F2A28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9105595" y="5285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 image · ~2s video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598932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the media service?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+ OpenCV are gigabytes of dependencies and a video can take minutes; sharing a process would let one upload block every code scan.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 — Artifact Risk Platform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&amp; URL Scan — Hybrid Detection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and a learned model each score independently, then combine into one risk number.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724248" y="150876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0A0F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97400" y="150876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URL submitted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22696" y="2075688"/>
            <a:ext cx="146304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626968" y="2331720"/>
            <a:ext cx="4937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6968" y="2331720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3816" y="2532888"/>
            <a:ext cx="146304" cy="20116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8564728" y="2331720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91576" y="2532888"/>
            <a:ext cx="146304" cy="20116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569568" y="265176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642720" y="2651760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Static Rule Engine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rules · CWE + OWASP tagged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line-level evidence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07328" y="265176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0480" y="2651760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ML Prediction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vulnerability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1280" y="2633472"/>
            <a:ext cx="4151376" cy="905256"/>
          </a:xfrm>
          <a:prstGeom prst="roundRect">
            <a:avLst>
              <a:gd name="adj" fmla="val 9091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9040" y="2633472"/>
            <a:ext cx="4151376" cy="905256"/>
          </a:xfrm>
          <a:prstGeom prst="roundRect">
            <a:avLst>
              <a:gd name="adj" fmla="val 9091"/>
            </a:avLst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3816" y="3520440"/>
            <a:ext cx="146304" cy="20116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491576" y="3520440"/>
            <a:ext cx="146304" cy="20116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3626968" y="3721608"/>
            <a:ext cx="4937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372160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2696" y="3831336"/>
            <a:ext cx="146304" cy="18288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3535528" y="388620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608680" y="3886200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Hybrid Risk Score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min(100, static score capped at 80  +  ML × 20)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22696" y="4663440"/>
            <a:ext cx="146304" cy="23774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3078328" y="4901184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0A0F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151480" y="4901184"/>
            <a:ext cx="5888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risk score, evidence, PDF report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4E5"/>
          </a:solidFill>
          <a:ln w="12700">
            <a:solidFill>
              <a:srgbClr val="F0C987"/>
            </a:solidFill>
            <a:prstDash val="solid"/>
          </a:ln>
        </p:spPr>
      </p:sp>
      <p:pic>
        <p:nvPicPr>
          <p:cNvPr id="29" name="Image 0" descr="icons/warn_B886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135624"/>
            <a:ext cx="310896" cy="31089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170432" y="598932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rule-engine set scores 100% recall / precision; the ML model contributes only 15% of the score and is a demonstration of the architecture, not a production detector on its own.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 — Artifact Risk Platform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Authenticity — Deepfake Detection Pipeline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95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CommunityForensics ViT-Small, trained on 2.7M samples across 4,803 generators (CVPR 2025) — no local training required.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764792"/>
            <a:ext cx="585216" cy="585216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6" name="Image 0" descr="icons/image_00E5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826" y="1896466"/>
            <a:ext cx="321869" cy="3218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 type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66090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bytes,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filename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2523744" y="2235708"/>
            <a:ext cx="26357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2842184" y="1600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9696" y="1764792"/>
            <a:ext cx="585216" cy="585216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12" name="Image 1" descr="icons/video_00E5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369" y="1896466"/>
            <a:ext cx="321869" cy="32186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15336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915336" y="266090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32 frames,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4817288" y="2235708"/>
            <a:ext cx="26357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2"/>
          <p:cNvSpPr/>
          <p:nvPr/>
        </p:nvSpPr>
        <p:spPr>
          <a:xfrm>
            <a:off x="5135728" y="1600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3240" y="1764792"/>
            <a:ext cx="585216" cy="585216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18" name="Image 2" descr="icons/eye_00E5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913" y="1896466"/>
            <a:ext cx="321869" cy="3218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08880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region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208880" y="266090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YuNet face crop,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full frame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7110832" y="2235708"/>
            <a:ext cx="26357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9271" y="1600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96783" y="1764792"/>
            <a:ext cx="585216" cy="585216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24" name="Image 3" descr="icons/robot_00E5C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457" y="1896466"/>
            <a:ext cx="321869" cy="32186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02423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score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7502423" y="266090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9404375" y="2235708"/>
            <a:ext cx="26357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2"/>
          <p:cNvSpPr/>
          <p:nvPr/>
        </p:nvSpPr>
        <p:spPr>
          <a:xfrm>
            <a:off x="9722815" y="1600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90327" y="1764792"/>
            <a:ext cx="585216" cy="585216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30" name="Image 4" descr="icons/chart_00E5C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1896466"/>
            <a:ext cx="321869" cy="32186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95967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score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9795967" y="266090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forensic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9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as evidence</a:t>
            </a:r>
            <a:endParaRPr lang="en-US" sz="870" dirty="0"/>
          </a:p>
        </p:txBody>
      </p:sp>
      <p:sp>
        <p:nvSpPr>
          <p:cNvPr id="33" name="Shape 26"/>
          <p:cNvSpPr/>
          <p:nvPr/>
        </p:nvSpPr>
        <p:spPr>
          <a:xfrm>
            <a:off x="548640" y="33832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7130A"/>
          </a:solidFill>
          <a:ln w="12700">
            <a:solidFill>
              <a:srgbClr val="5C3B0E"/>
            </a:solidFill>
            <a:prstDash val="solid"/>
          </a:ln>
        </p:spPr>
      </p:sp>
      <p:pic>
        <p:nvPicPr>
          <p:cNvPr id="34" name="Image 5" descr="icons/bug_FFB45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630168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417320" y="33832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worth leading with: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forensic signals score AUC 0.52 on re-encoded media — chance. Platform re-uploads strip EXIF and re-compress everything, erasing the signal every classic detector relies on.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4572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AUC falls as forensic weight rises — so the score uses weight 0</a:t>
            </a:r>
            <a:endParaRPr lang="en-US" sz="125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548640" y="4846320"/>
          <a:ext cx="55778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8" name="Shape 29"/>
          <p:cNvSpPr/>
          <p:nvPr/>
        </p:nvSpPr>
        <p:spPr>
          <a:xfrm>
            <a:off x="6492240" y="489204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766560" y="489204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carry no weight in the score —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decisive signal (metadata naming a generation tool) can still override the model outright, and every forensic reading stays visible as evidence a human can check.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 — Artifact Risk Platform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number below is reproducible with a single command — nothing here is a claimed figure.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733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rules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60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+ OWASP tagged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733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7099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04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precision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60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set, 50 cases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733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75320" y="17099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04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scan latency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60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733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401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0.9876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96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deepfake AUC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52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733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26280" y="3401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4,803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96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covered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352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CommunityForensics ViT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32918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733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75320" y="3401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096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on self-scan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352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per KLOC, ~2,800 LOC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18520" cy="502920"/>
          </a:xfrm>
          <a:prstGeom prst="roundRect">
            <a:avLst>
              <a:gd name="adj" fmla="val 16364"/>
            </a:avLst>
          </a:prstGeom>
          <a:solidFill>
            <a:srgbClr val="FFF4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02920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check: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code model's own reported "100%" accuracy is data leakage (near-duplicate training rows) — flagged plainly in the docs rather than presented as a result.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 — Artifact Risk Platform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&amp;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389888"/>
            <a:ext cx="502920" cy="50292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5" name="Image 0" descr="icons/diagram_00E5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503045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architecture, two domains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learned model, fused into one explainable score — proven to generalise across code and media.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4297680" y="11887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8848" y="1389888"/>
            <a:ext cx="502920" cy="50292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10" name="Image 1" descr="icons/chart_00E5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005" y="1503045"/>
            <a:ext cx="276606" cy="2766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206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don't assume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weights were swept on real data; the 0.75/0.25 starting guess was wrong and was replaced by evidence.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7888" y="1389888"/>
            <a:ext cx="502920" cy="50292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15" name="Image 2" descr="icons/layer_00E5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045" y="1503045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6968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Torch/OpenCV media analysis never blocks a &lt;50ms code scan — separated deliberately, not by accident.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548640" y="28803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81528"/>
            <a:ext cx="502920" cy="50292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20" name="Image 3" descr="icons/lock_00E5C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3194685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engineering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checks on every route, SSRF guards, output escaping, in-memory-only media handling.</a:t>
            </a:r>
            <a:endParaRPr lang="en-US" sz="980" dirty="0"/>
          </a:p>
        </p:txBody>
      </p:sp>
      <p:sp>
        <p:nvSpPr>
          <p:cNvPr id="23" name="Shape 17"/>
          <p:cNvSpPr/>
          <p:nvPr/>
        </p:nvSpPr>
        <p:spPr>
          <a:xfrm>
            <a:off x="4297680" y="28803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98848" y="3081528"/>
            <a:ext cx="502920" cy="50292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25" name="Image 4" descr="icons/balance_00E5C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005" y="3194685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2064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hedging by design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deepfake verdict is hedged; thresholds lean toward "inconclusive" — a false accusation costs more than a miss.</a:t>
            </a:r>
            <a:endParaRPr lang="en-US" sz="980" dirty="0"/>
          </a:p>
        </p:txBody>
      </p:sp>
      <p:sp>
        <p:nvSpPr>
          <p:cNvPr id="28" name="Shape 21"/>
          <p:cNvSpPr/>
          <p:nvPr/>
        </p:nvSpPr>
        <p:spPr>
          <a:xfrm>
            <a:off x="8046720" y="28803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2324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47888" y="3081528"/>
            <a:ext cx="502920" cy="502920"/>
          </a:xfrm>
          <a:prstGeom prst="ellipse">
            <a:avLst/>
          </a:prstGeom>
          <a:solidFill>
            <a:srgbClr val="0A0F1E"/>
          </a:solidFill>
          <a:ln/>
        </p:spPr>
      </p:sp>
      <p:pic>
        <p:nvPicPr>
          <p:cNvPr id="30" name="Image 5" descr="icons/brain_00E5C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045" y="3194685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6968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to unseen generators, ML code-model leakage, and demographic gaps are named, not hidden.</a:t>
            </a:r>
            <a:endParaRPr lang="en-US" sz="980" dirty="0"/>
          </a:p>
        </p:txBody>
      </p:sp>
      <p:sp>
        <p:nvSpPr>
          <p:cNvPr id="33" name="Shape 25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0E5C7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register → submit code / URL / media → watch the scan run → inspect risk score &amp; evidence → export PDF report.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 — Artifact Risk Platform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2026-09-16T03:56:58Z</dcterms:created>
  <dcterms:modified xsi:type="dcterms:W3CDTF">2026-09-16T03:56:58Z</dcterms:modified>
</cp:coreProperties>
</file>